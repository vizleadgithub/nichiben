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714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172C25E-27C4-7240-46D8-977AE3B300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DA7ABDF-3953-475B-68AC-8860055278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AC93CC2-1B42-61E4-3FE1-3645C14D8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D52C2-ED14-45D1-A28F-B9DF0346C239}" type="datetimeFigureOut">
              <a:rPr kumimoji="1" lang="ja-JP" altLang="en-US" smtClean="0"/>
              <a:t>2025/3/4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F05D6BC-6E04-DE8E-F16C-3A2A011AE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CC0F5DC-E358-48B5-FC2F-1DC6258D9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5348-4D9C-4202-A47A-81FBC0014C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3939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3D8B6B-BF9B-9FFF-AC1F-F94A7385A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76E9228-CA8B-FBBC-7A3A-12B293DB3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4249A6C-6E35-D113-A362-A252C4F6E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D52C2-ED14-45D1-A28F-B9DF0346C239}" type="datetimeFigureOut">
              <a:rPr kumimoji="1" lang="ja-JP" altLang="en-US" smtClean="0"/>
              <a:t>2025/3/4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E912A0E-45D2-5A5F-AE49-7DD24510C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E8DD982-EA0A-47A9-72A3-F6B52C0A3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5348-4D9C-4202-A47A-81FBC0014C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5423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FA3D1D-24E8-CFA5-7628-19EAFB3DE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B8CD175-7EB2-86AE-71B0-5B316CA44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63375EF-33BE-CB4B-69F2-15FBF19BC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D52C2-ED14-45D1-A28F-B9DF0346C239}" type="datetimeFigureOut">
              <a:rPr kumimoji="1" lang="ja-JP" altLang="en-US" smtClean="0"/>
              <a:t>2025/3/4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44D3354-0756-D65A-3AA1-7A86474A6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554B419-CCB3-7F5E-0A01-C22A634E8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5348-4D9C-4202-A47A-81FBC0014C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2778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1261D2-BA02-8260-2A21-19345F511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74EF581-BCA0-8327-A999-21BCDD36BC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726ACD4-FEEB-6313-80DD-19D06A411D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B3BAC85-608E-7FB8-BC8A-39C4DE3EC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D52C2-ED14-45D1-A28F-B9DF0346C239}" type="datetimeFigureOut">
              <a:rPr kumimoji="1" lang="ja-JP" altLang="en-US" smtClean="0"/>
              <a:t>2025/3/4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5CFDABD-2CB6-596C-8CED-15AD235AF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8253A1D-0A4C-BF78-544D-A1B6C1F88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5348-4D9C-4202-A47A-81FBC0014C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6995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BCBB86-1B8B-C15A-A88A-9847C1A6F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C635D8A-B358-FBB8-BA96-3D299D22A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08D6ED9-AE71-2A2F-EB78-4BE22256F0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B99B5CB4-AEE4-7713-7D36-EFEC765B57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F60AE7D-E6EE-A4CD-FB46-A102635F07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FEB163C-3447-56B7-8F84-075E4C0C8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D52C2-ED14-45D1-A28F-B9DF0346C239}" type="datetimeFigureOut">
              <a:rPr kumimoji="1" lang="ja-JP" altLang="en-US" smtClean="0"/>
              <a:t>2025/3/4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34B0641-25AA-3984-62D6-E0C59BEFC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AAA702D-767D-213C-03AD-134F9E896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5348-4D9C-4202-A47A-81FBC0014C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4317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84AA65-0193-C372-7755-7E2DE7178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263733E-90F9-B680-F0D7-221D6B778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D52C2-ED14-45D1-A28F-B9DF0346C239}" type="datetimeFigureOut">
              <a:rPr kumimoji="1" lang="ja-JP" altLang="en-US" smtClean="0"/>
              <a:t>2025/3/4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AC750E8-20AB-B6AC-685F-DC3E87D0E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F339A4C-4EEE-58C2-5756-EFCDE6190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5348-4D9C-4202-A47A-81FBC0014C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9750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EDA7FCB-3903-CF73-D048-98079D20C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D52C2-ED14-45D1-A28F-B9DF0346C239}" type="datetimeFigureOut">
              <a:rPr kumimoji="1" lang="ja-JP" altLang="en-US" smtClean="0"/>
              <a:t>2025/3/4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E9F52F1-8C9A-D085-7659-2C0402804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B9C914E-C8AE-C7E3-64E0-1BFF5649F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5348-4D9C-4202-A47A-81FBC0014C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8068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86FE91-1773-B22B-35E1-5BF36F465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46FC5E7-0B10-3A2A-3FBF-7BEE76792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B5DAC7B-C25D-11F8-09F6-7392932FC3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BB46BDB-DE57-4068-1F76-EB0FF4B3E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D52C2-ED14-45D1-A28F-B9DF0346C239}" type="datetimeFigureOut">
              <a:rPr kumimoji="1" lang="ja-JP" altLang="en-US" smtClean="0"/>
              <a:t>2025/3/4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DBBFA53-0A2D-4308-E8B8-2712FAE0C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8FF89AB-8A16-FF60-A2C6-3F73EF763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5348-4D9C-4202-A47A-81FBC0014C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99893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4C37B0-AA75-8774-5BA6-A4107CDD1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8075E5E-C9BC-5FCD-D469-8626C42CA1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759A2E8-D315-1194-862D-631DC85DF7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BEFAFE5-3925-297A-6237-A2FB87057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D52C2-ED14-45D1-A28F-B9DF0346C239}" type="datetimeFigureOut">
              <a:rPr kumimoji="1" lang="ja-JP" altLang="en-US" smtClean="0"/>
              <a:t>2025/3/4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96B60F2-0633-1512-1814-27147FCB2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3C6C7F5-57F1-74CF-D4F8-D83BF74F3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5348-4D9C-4202-A47A-81FBC0014C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6500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D1BE41-0F0B-F1E4-6D2B-217F44F1D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2197336-B588-6F06-2823-D2ECA743F3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7ED9761-4DE9-855D-4E99-C625C737C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D52C2-ED14-45D1-A28F-B9DF0346C239}" type="datetimeFigureOut">
              <a:rPr kumimoji="1" lang="ja-JP" altLang="en-US" smtClean="0"/>
              <a:t>2025/3/4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F8734A7-8C4C-F02A-2D32-8A367AB65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8160346-B45A-25A1-C509-A36A7906D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5348-4D9C-4202-A47A-81FBC0014C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8429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BA8C50B-B2BA-4FAA-8ACE-754BBC8C90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2D9B3F0-E566-42F0-04B0-B1EA6BBC16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02DAD46-1ED7-45D0-414F-3F40BCC26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D52C2-ED14-45D1-A28F-B9DF0346C239}" type="datetimeFigureOut">
              <a:rPr kumimoji="1" lang="ja-JP" altLang="en-US" smtClean="0"/>
              <a:t>2025/3/4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54A9801-267B-CFA6-5A72-BDF94A1A7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FE39DA-3B62-AC14-3F67-78B5DB315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915348-4D9C-4202-A47A-81FBC0014C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124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1F3D691-3798-366C-A7CB-0AB70B25F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9C3C453-62D5-42B4-4656-E571BAECB5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5EAA67-BE66-C799-2923-81117B9A90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AD52C2-ED14-45D1-A28F-B9DF0346C239}" type="datetimeFigureOut">
              <a:rPr kumimoji="1" lang="ja-JP" altLang="en-US" smtClean="0"/>
              <a:t>2025/3/4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D426421-EF8F-2CCD-B8CA-90FC09655F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043BD5A-72F3-2C8B-C37E-E5A3A56A96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915348-4D9C-4202-A47A-81FBC0014C3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2252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FA3BBC2-251A-EF22-8F22-DD4AC0B26A5D}"/>
              </a:ext>
            </a:extLst>
          </p:cNvPr>
          <p:cNvSpPr txBox="1"/>
          <p:nvPr/>
        </p:nvSpPr>
        <p:spPr>
          <a:xfrm>
            <a:off x="493059" y="555812"/>
            <a:ext cx="5351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Test</a:t>
            </a:r>
            <a:r>
              <a:rPr kumimoji="1" lang="ja-JP" altLang="en-US" dirty="0"/>
              <a:t>あいうえお</a:t>
            </a:r>
          </a:p>
        </p:txBody>
      </p:sp>
    </p:spTree>
    <p:extLst>
      <p:ext uri="{BB962C8B-B14F-4D97-AF65-F5344CB8AC3E}">
        <p14:creationId xmlns:p14="http://schemas.microsoft.com/office/powerpoint/2010/main" val="36640343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40404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ワイド画面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Yoshihiro Sano</dc:creator>
  <cp:lastModifiedBy>Yoshihiro Sano</cp:lastModifiedBy>
  <cp:revision>1</cp:revision>
  <dcterms:created xsi:type="dcterms:W3CDTF">2025-03-04T06:52:32Z</dcterms:created>
  <dcterms:modified xsi:type="dcterms:W3CDTF">2025-03-04T06:53:11Z</dcterms:modified>
</cp:coreProperties>
</file>